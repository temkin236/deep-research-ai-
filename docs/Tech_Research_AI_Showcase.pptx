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Tech Research AI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Autonomous Multi-Agent Research Platform with Verified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Full-Stack AI Architecture: LangGraph, FastAPI, ChromaDB, and React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Decoupled 5-Agent Pipeline: Planning, Researching, Analyzing, Verifying, Reporting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Deterministic Grounding: Shared Evidence Registry eliminates hallucinations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Executive Warm-Ivory UI: Designed for high-clarity technical &amp; market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Why Standard LLM Chat Assistants Fail at In-Depth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Hallucinated Citations: LLMs fabricate academic papers, non-existent authors, and dead URLs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Unbounded Monolithic Reasoning: Single prompts lack the ability to self-correct or cross-verify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Superficial Web Summaries: General search tools scrape high-level snippets without deep synthesis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Zero Auditability: Readers cannot distinguish grounded facts from model parameter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Proposed Solution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Decoupled Multi-Agent Architecture with Strict Citation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Specialized Agent Roles: Separate planning from research, analysis, and adversarial verification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Shared Evidence Registry: Every retrieved passage is registered, normalized, and indexed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Deterministic Citation Validator: Parses generated reports and strips any ungrounded citation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Real-Time SSE Workspace: Complete transparency into agent thoughts, search queries, and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Production-Grade Engineering across Backend and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Backend Framework: FastAPI (Python 3.12) with asynchronous worker execution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Agent Orchestration: LangGraph StateGraph with conditional verification routing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Model &amp; Search Adapters: Google Gemini API (default), OpenAI adapter, DuckDuckGo &amp; Tavily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Persistence &amp; RAG: PostgreSQL (relational), Alembic (migrations), and ChromaDB (vectors)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Frontend Stack: React 18, Vite, TypeScript, Tailwind CSS, TanStack Query, and Lucide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System Architecture Diagram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End-to-End Component Interaction and Egress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Client Layer: React SPA subscribing to Server-Sent Events (SSE) with reconnect resilience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API Gateway: FastAPI routing /api/v1/research and /api/v1/documents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Worker Boundary: Async LangGraph stateful execution in worker threads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Security Egress Layer: Strict SSRF network filter blocking private subnets (RFC-1918) and metadata IPs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Data Layer: SQLAlchemy models backed by PostgreSQL / SQLite + ChromaDB vector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The 5-Agent Multi-Agent Workflow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Structured Collaboration Engineered in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1. Research Planner: Dissects inquiries into 3-4 subquestions and targeted queries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2. Researcher Agent: Gathers live web snippets and queries ChromaDB for user 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3. Analyst Agent: Evaluates evidence, isolates consensus, and tags conflicting trade-offs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4. Verification Agent: Fact-checks assertions against evidence registry with conditional retry loop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5. Report Writer Agent: Compiles publication-quality markdown report with numbered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Evidence Registry &amp; Citation Engine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Eliminating Hallucinations Through Deterministic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Source Registration: URLs are normalized, deduplicated, and given persistent indices [1], [2]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Claim-to-Evidence Association: Every finding explicitly links back to excerpt source IDs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Citation Validator: Scans report text, ensures every bracketed index exists in the registry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Automatic Pruning: Hallucinated or non-existent citations are stripped or flagged before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Document RAG Integration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Fusing Internal Private Knowledge with Live Web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Multi-Format Ingestion: Supports PDF, DOCX, Markdown (.md), and plain text (.txt)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Recursive Chunking: 1,000-character windows with 200-character overlap for context coherence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Vector Similarity Search: Persistent ChromaDB collection queries top-k relevant chunks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Unified Evidence Pipeline: Document passages receive internal URIs and compete equally in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User Interface &amp; Experience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Warm Ivory, Cream, and Light-Brown Executive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Executive Aesthetics: Custom HSL palette featuring warm ivory (#FAF7F2) and light brown (#B89576)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Live Research Workspace: Real-time progress bar, agent timeline, and live source cards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Interactive Report View: Safe Markdown rendering, clickable citation chips, and comparison tables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Comprehensive Exporting: Raw Markdown copy, .md file download, and print-friendly formatting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Testing &amp; Security Hardening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Verified Quality Across All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Backend Testing: 18 passing pytest tests covering security, agents, RAG, and API endpoints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Frontend Testing: Vitest suite verifying Navbar, ProgressIndicator, and SourceCards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SSRF Protection: Mandatory IP checks block loopbacks, AWS/GCP metadata IPs, and local subnets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Prompt Injection Defense: Untrusted context framing markers neutralize malicious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Production Deployment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Containerized &amp; Cloud-Ready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Multi-Container Docker Compose: Pre-configured services for Frontend, Backend, and PostgreSQL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Static Frontend Hosting: Nginx Alpine container serving built React bundles with SPA fallback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Stateless Backend + Persistent Volumes: Mounts for ChromaDB vectorstore and uploaded documents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Automated Migrations: Alembic migrations execute automatically on container startup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Live Demonstration Walkthrough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Validating the End-to-End Pipeline in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1. Submitting inquiry: 'Compare LangGraph, CrewAI, and PydanticAI for production AI'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2. Live Workspace: Observing the Planner, Researcher, and Verifier timeline events via SSE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3. Source Discovery: Examining live captured source cards and confidence ratings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4. Reading Report: Reviewing comparison tables, recommendations, and verified citations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5. Export: Downloading markdown dossier and validating reference integrity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Limitations &amp; Lessons Learned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Transparent System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Paywall &amp; Captcha Boundaries: Authenticated or bot-blocked sites cannot be crawled autonomously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Scanned Document Handling: Pure raster scans without OCR text layers are cleanly rejected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Consensus Divergence: Highly disputed technical or political queries highlight divergence rather than picking winners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Cost &amp; Latency Bounds: Hard caps on iterations prevent runaway LLM API consumption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Scaling Multi-Agent Research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Headless Browser Crawling: Integrate Playwright workers for client-side JavaScript applications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Distributed Task Queues: Scale beyond in-memory asyncio to Redis + Celery/Temporal workers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Hybrid Dense-Sparse RAG: Combine BM25 lexical search with dense vector embeddings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Interactive Human-in-the-Loop: Allow users to review and steer the research plan before research starts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EFC"/>
          </a:solidFill>
          <a:ln w="19050">
            <a:solidFill>
              <a:srgbClr val="E5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B8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005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B785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2B25"/>
                </a:solidFill>
              </a:defRPr>
            </a:pPr>
            <a:r>
              <a:t>Conclusion &amp; Showcase Summary</a:t>
            </a:r>
          </a:p>
          <a:p>
            <a:pPr>
              <a:spcBef>
                <a:spcPts val="400"/>
              </a:spcBef>
              <a:defRPr sz="1400">
                <a:solidFill>
                  <a:srgbClr val="75685D"/>
                </a:solidFill>
              </a:defRPr>
            </a:pPr>
            <a:r>
              <a:t>A Commercial-Ready Blueprint for Verifiable AI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Complete Full-Stack Application built from scratch with clean architectural separation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100% Verified Multi-Agent Orchestration via LangGraph StateGraph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Authentic Evidence Grounding with zero hallucinated citations</a:t>
            </a:r>
          </a:p>
          <a:p>
            <a:pPr>
              <a:spcAft>
                <a:spcPts val="1600"/>
              </a:spcAft>
              <a:defRPr sz="1600">
                <a:solidFill>
                  <a:srgbClr val="332B25"/>
                </a:solidFill>
              </a:defRPr>
            </a:pPr>
            <a:r>
              <a:t>•  Production-tested, containerized, documented, and 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